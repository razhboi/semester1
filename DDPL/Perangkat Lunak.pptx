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6"/>
  </p:notesMasterIdLst>
  <p:sldIdLst>
    <p:sldId id="256" r:id="rId2"/>
    <p:sldId id="257" r:id="rId3"/>
    <p:sldId id="262" r:id="rId4"/>
    <p:sldId id="320" r:id="rId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ming Soon" panose="020B0604020202020204" charset="0"/>
      <p:regular r:id="rId11"/>
    </p:embeddedFont>
    <p:embeddedFont>
      <p:font typeface="Concert One" panose="020B0604020202020204" charset="0"/>
      <p:regular r:id="rId12"/>
    </p:embeddedFont>
    <p:embeddedFont>
      <p:font typeface="Roboto Medium" panose="02000000000000000000" pitchFamily="2" charset="0"/>
      <p:regular r:id="rId13"/>
      <p:bold r:id="rId14"/>
      <p:italic r:id="rId15"/>
      <p:boldItalic r:id="rId16"/>
    </p:embeddedFont>
    <p:embeddedFont>
      <p:font typeface="Roboto Mono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DEF05B-82A8-4155-BA24-BA8078729988}">
  <a:tblStyle styleId="{79DEF05B-82A8-4155-BA24-BA80787299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fal Aji Prasetyo" userId="c3eb02cf64329863" providerId="LiveId" clId="{BB5ADD3B-3CC2-4C11-AAF2-E739F71E2351}"/>
    <pc:docChg chg="modSld">
      <pc:chgData name="Noufal Aji Prasetyo" userId="c3eb02cf64329863" providerId="LiveId" clId="{BB5ADD3B-3CC2-4C11-AAF2-E739F71E2351}" dt="2023-09-18T14:33:17.411" v="3" actId="20577"/>
      <pc:docMkLst>
        <pc:docMk/>
      </pc:docMkLst>
      <pc:sldChg chg="modSp modAnim">
        <pc:chgData name="Noufal Aji Prasetyo" userId="c3eb02cf64329863" providerId="LiveId" clId="{BB5ADD3B-3CC2-4C11-AAF2-E739F71E2351}" dt="2023-09-18T14:33:17.411" v="3" actId="20577"/>
        <pc:sldMkLst>
          <pc:docMk/>
          <pc:sldMk cId="0" sldId="262"/>
        </pc:sldMkLst>
        <pc:spChg chg="mod">
          <ac:chgData name="Noufal Aji Prasetyo" userId="c3eb02cf64329863" providerId="LiveId" clId="{BB5ADD3B-3CC2-4C11-AAF2-E739F71E2351}" dt="2023-09-18T14:33:17.411" v="3" actId="20577"/>
          <ac:spMkLst>
            <pc:docMk/>
            <pc:sldMk cId="0" sldId="262"/>
            <ac:spMk id="3" creationId="{CCEDF8A4-CE67-476E-8470-C951C7A9770E}"/>
          </ac:spMkLst>
        </pc:spChg>
      </pc:sldChg>
      <pc:sldChg chg="modAnim">
        <pc:chgData name="Noufal Aji Prasetyo" userId="c3eb02cf64329863" providerId="LiveId" clId="{BB5ADD3B-3CC2-4C11-AAF2-E739F71E2351}" dt="2023-09-18T14:32:09.529" v="1"/>
        <pc:sldMkLst>
          <pc:docMk/>
          <pc:sldMk cId="0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120f6c89457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120f6c89457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398275" y="1401825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Concert One"/>
              <a:buAutoNum type="arabicPeriod"/>
              <a:defRPr sz="950">
                <a:solidFill>
                  <a:schemeClr val="dk2"/>
                </a:solidFill>
              </a:defRPr>
            </a:lvl1pPr>
            <a:lvl2pPr marL="914400" lvl="1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2pPr>
            <a:lvl3pPr marL="1371600" lvl="2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3pPr>
            <a:lvl4pPr marL="1828800" lvl="3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7" r:id="rId4"/>
    <p:sldLayoutId id="2147483672" r:id="rId5"/>
    <p:sldLayoutId id="2147483687" r:id="rId6"/>
    <p:sldLayoutId id="2147483688" r:id="rId7"/>
    <p:sldLayoutId id="2147483689" r:id="rId8"/>
    <p:sldLayoutId id="2147483690" r:id="rId9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>
            <a:spLocks noGrp="1"/>
          </p:cNvSpPr>
          <p:nvPr>
            <p:ph type="ctrTitle"/>
          </p:nvPr>
        </p:nvSpPr>
        <p:spPr>
          <a:xfrm>
            <a:off x="1707308" y="1242358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Pengemabangan Software E-Commerce</a:t>
            </a:r>
            <a:endParaRPr sz="4800" dirty="0">
              <a:solidFill>
                <a:schemeClr val="accent2"/>
              </a:solidFill>
            </a:endParaRPr>
          </a:p>
        </p:txBody>
      </p:sp>
      <p:sp>
        <p:nvSpPr>
          <p:cNvPr id="315" name="Google Shape;315;p50"/>
          <p:cNvSpPr txBox="1">
            <a:spLocks noGrp="1"/>
          </p:cNvSpPr>
          <p:nvPr>
            <p:ph type="subTitle" idx="1"/>
          </p:nvPr>
        </p:nvSpPr>
        <p:spPr>
          <a:xfrm>
            <a:off x="3138055" y="2810622"/>
            <a:ext cx="3401120" cy="1324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Disusun Oleh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050" b="0" dirty="0"/>
              <a:t>1.Fatina Sabitul Azmi(2340506076)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050" dirty="0"/>
              <a:t>2.Marvel Brilliant Ahrun(2340506064)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050" b="0" dirty="0"/>
              <a:t>3.Noufal Aji Prasetyo(2340506059)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050" dirty="0"/>
              <a:t>4.Muhammad Naveed Sharaheel(2320506040)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050" b="0" dirty="0"/>
              <a:t>5.Arel Lioza Akhmad(2320506050)</a:t>
            </a:r>
            <a:endParaRPr lang="en-ID" sz="1050" b="0" dirty="0"/>
          </a:p>
        </p:txBody>
      </p:sp>
      <p:sp>
        <p:nvSpPr>
          <p:cNvPr id="316" name="Google Shape;316;p50"/>
          <p:cNvSpPr/>
          <p:nvPr/>
        </p:nvSpPr>
        <p:spPr>
          <a:xfrm>
            <a:off x="1889900" y="1890515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" name="Google Shape;317;p50"/>
          <p:cNvSpPr/>
          <p:nvPr/>
        </p:nvSpPr>
        <p:spPr>
          <a:xfrm>
            <a:off x="6911591" y="1906390"/>
            <a:ext cx="613650" cy="45719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8" name="Google Shape;318;p5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19" name="Google Shape;319;p50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0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Apa</a:t>
            </a:r>
            <a:r>
              <a:rPr lang="en-US" dirty="0"/>
              <a:t> itu E-Commerce</a:t>
            </a:r>
            <a:endParaRPr dirty="0"/>
          </a:p>
        </p:txBody>
      </p:sp>
      <p:sp>
        <p:nvSpPr>
          <p:cNvPr id="326" name="Google Shape;326;p51"/>
          <p:cNvSpPr txBox="1">
            <a:spLocks noGrp="1"/>
          </p:cNvSpPr>
          <p:nvPr>
            <p:ph type="body" idx="1"/>
          </p:nvPr>
        </p:nvSpPr>
        <p:spPr>
          <a:xfrm>
            <a:off x="1302328" y="1401825"/>
            <a:ext cx="7308272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/>
              <a:t>E-Commerce = </a:t>
            </a:r>
            <a:r>
              <a:rPr lang="en-US" sz="1200" dirty="0" err="1"/>
              <a:t>Perdagangan</a:t>
            </a:r>
            <a:r>
              <a:rPr lang="en-US" sz="1200" dirty="0"/>
              <a:t> </a:t>
            </a:r>
            <a:r>
              <a:rPr lang="en-US" sz="1200" dirty="0" err="1"/>
              <a:t>Elektronik</a:t>
            </a:r>
            <a:endParaRPr lang="en-US" sz="1200" dirty="0"/>
          </a:p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/>
              <a:t>E-Commerce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transaksi</a:t>
            </a:r>
            <a:r>
              <a:rPr lang="en-US" sz="1200" dirty="0"/>
              <a:t> online yang </a:t>
            </a:r>
            <a:r>
              <a:rPr lang="en-US" sz="1200" dirty="0" err="1"/>
              <a:t>dilakukan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internet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 </a:t>
            </a:r>
            <a:r>
              <a:rPr lang="en-US" sz="1200" dirty="0" err="1"/>
              <a:t>elktronik</a:t>
            </a:r>
            <a:r>
              <a:rPr lang="en-US" sz="1200" dirty="0"/>
              <a:t> </a:t>
            </a:r>
            <a:r>
              <a:rPr lang="en-US" sz="1200" dirty="0" err="1"/>
              <a:t>lainnya,seperti</a:t>
            </a:r>
            <a:r>
              <a:rPr lang="en-US" sz="1200" dirty="0"/>
              <a:t> </a:t>
            </a:r>
            <a:r>
              <a:rPr lang="en-US" sz="1200" dirty="0" err="1"/>
              <a:t>perbankan</a:t>
            </a:r>
            <a:r>
              <a:rPr lang="en-US" sz="1200" dirty="0"/>
              <a:t> </a:t>
            </a:r>
            <a:r>
              <a:rPr lang="en-US" sz="1200" dirty="0" err="1"/>
              <a:t>online,jual</a:t>
            </a:r>
            <a:r>
              <a:rPr lang="en-US" sz="1200" dirty="0"/>
              <a:t> </a:t>
            </a:r>
            <a:r>
              <a:rPr lang="en-US" sz="1200" dirty="0" err="1"/>
              <a:t>beli,hingga</a:t>
            </a:r>
            <a:r>
              <a:rPr lang="en-US" sz="1200" dirty="0"/>
              <a:t> </a:t>
            </a:r>
            <a:r>
              <a:rPr lang="en-US" sz="1200" dirty="0" err="1"/>
              <a:t>tawar</a:t>
            </a:r>
            <a:r>
              <a:rPr lang="en-US" sz="1200" dirty="0"/>
              <a:t> </a:t>
            </a:r>
            <a:r>
              <a:rPr lang="en-US" sz="1200" dirty="0" err="1"/>
              <a:t>menawar</a:t>
            </a:r>
            <a:endParaRPr lang="en-US" sz="1200" dirty="0"/>
          </a:p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 err="1"/>
              <a:t>Beberapa</a:t>
            </a:r>
            <a:r>
              <a:rPr lang="en-US" sz="1200" dirty="0"/>
              <a:t> Contoh E-Commerce yang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diantarannya</a:t>
            </a:r>
            <a:r>
              <a:rPr lang="en-US" sz="1200" dirty="0"/>
              <a:t> Tokopedia, </a:t>
            </a:r>
            <a:r>
              <a:rPr lang="en-US" sz="1200" dirty="0" err="1"/>
              <a:t>Shope</a:t>
            </a:r>
            <a:r>
              <a:rPr lang="en-US" sz="1200" dirty="0"/>
              <a:t>, Lazada, </a:t>
            </a:r>
            <a:r>
              <a:rPr lang="en-US" sz="1200" dirty="0" err="1"/>
              <a:t>Bukalapak,Blibli,dan</a:t>
            </a:r>
            <a:r>
              <a:rPr lang="en-US" sz="1200" dirty="0"/>
              <a:t>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lainnya</a:t>
            </a:r>
            <a:endParaRPr lang="en-US" sz="1200" dirty="0"/>
          </a:p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/>
              <a:t>Dalam E-Commerce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pertukaran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fisik</a:t>
            </a:r>
            <a:r>
              <a:rPr lang="en-US" sz="1200" dirty="0"/>
              <a:t> </a:t>
            </a:r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barang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jasa,segalanya</a:t>
            </a:r>
            <a:r>
              <a:rPr lang="en-US" sz="1200" dirty="0"/>
              <a:t> </a:t>
            </a:r>
            <a:r>
              <a:rPr lang="en-US" sz="1200" dirty="0" err="1"/>
              <a:t>terjadi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digital</a:t>
            </a:r>
          </a:p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dirty="0"/>
              <a:t>Ini </a:t>
            </a:r>
            <a:r>
              <a:rPr lang="en-US" sz="1200" dirty="0" err="1"/>
              <a:t>melibatkan</a:t>
            </a:r>
            <a:r>
              <a:rPr lang="en-US" sz="1200" dirty="0"/>
              <a:t> </a:t>
            </a:r>
            <a:r>
              <a:rPr lang="en-US" sz="1200" dirty="0" err="1"/>
              <a:t>pembeli,penjual,pertukaran,atau</a:t>
            </a:r>
            <a:r>
              <a:rPr lang="en-US" sz="1200" dirty="0"/>
              <a:t> </a:t>
            </a:r>
            <a:r>
              <a:rPr lang="en-US" sz="1200" dirty="0" err="1"/>
              <a:t>transaksi</a:t>
            </a:r>
            <a:r>
              <a:rPr lang="en-US" sz="1200" dirty="0"/>
              <a:t> </a:t>
            </a:r>
            <a:r>
              <a:rPr lang="en-US" sz="1200" dirty="0" err="1"/>
              <a:t>finansial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layanan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online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individu,bisni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organisasi</a:t>
            </a:r>
            <a:endParaRPr lang="en-US" sz="1200" dirty="0"/>
          </a:p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 txBox="1">
            <a:spLocks noGrp="1"/>
          </p:cNvSpPr>
          <p:nvPr>
            <p:ph type="subTitle" idx="1"/>
          </p:nvPr>
        </p:nvSpPr>
        <p:spPr>
          <a:xfrm>
            <a:off x="2545855" y="322916"/>
            <a:ext cx="4145890" cy="681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Kenapa perlu dikembangkan?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F8A4-CE67-476E-8470-C951C7A9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363" y="1086376"/>
            <a:ext cx="6632781" cy="3257024"/>
          </a:xfrm>
        </p:spPr>
        <p:txBody>
          <a:bodyPr/>
          <a:lstStyle/>
          <a:p>
            <a:r>
              <a:rPr lang="en-US" sz="1400" dirty="0"/>
              <a:t>1.Mempermudah dalam </a:t>
            </a:r>
            <a:r>
              <a:rPr lang="en-US" sz="1400" dirty="0" err="1"/>
              <a:t>jual</a:t>
            </a:r>
            <a:r>
              <a:rPr lang="en-US" sz="1400" dirty="0"/>
              <a:t> beli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2.Membuat </a:t>
            </a:r>
            <a:r>
              <a:rPr lang="en-US" sz="1400" dirty="0" err="1"/>
              <a:t>Operasional</a:t>
            </a:r>
            <a:r>
              <a:rPr lang="en-US" sz="1400" dirty="0"/>
              <a:t> </a:t>
            </a:r>
            <a:r>
              <a:rPr lang="en-US" sz="1400" dirty="0" err="1"/>
              <a:t>perusahaan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efisien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3.Biaya yang </a:t>
            </a:r>
            <a:r>
              <a:rPr lang="en-US" sz="1400" dirty="0" err="1"/>
              <a:t>diperlukan</a:t>
            </a:r>
            <a:r>
              <a:rPr lang="en-US" sz="1400" dirty="0"/>
              <a:t> untuk </a:t>
            </a:r>
            <a:r>
              <a:rPr lang="en-US" sz="1400" dirty="0" err="1"/>
              <a:t>memulai</a:t>
            </a:r>
            <a:r>
              <a:rPr lang="en-US" sz="1400" dirty="0"/>
              <a:t> </a:t>
            </a:r>
            <a:r>
              <a:rPr lang="en-US" sz="1400" dirty="0" err="1"/>
              <a:t>toko</a:t>
            </a:r>
            <a:r>
              <a:rPr lang="en-US" sz="1400" dirty="0"/>
              <a:t> online lebih murah </a:t>
            </a:r>
            <a:r>
              <a:rPr lang="en-US" sz="1400" dirty="0" err="1"/>
              <a:t>dari</a:t>
            </a:r>
            <a:r>
              <a:rPr lang="en-US" sz="1400" dirty="0"/>
              <a:t> pada </a:t>
            </a:r>
            <a:r>
              <a:rPr lang="en-US" sz="1400" dirty="0" err="1"/>
              <a:t>toko</a:t>
            </a:r>
            <a:r>
              <a:rPr lang="en-US" sz="1400" dirty="0"/>
              <a:t> </a:t>
            </a:r>
            <a:r>
              <a:rPr lang="en-US" sz="1400" dirty="0" err="1"/>
              <a:t>fisik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4.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Platform e-commerce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memberi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pelanggannya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katalog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produk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yang   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mencakup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informasi yang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merinci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semua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produk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. </a:t>
            </a:r>
            <a:b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</a:br>
            <a:b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</a:b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5.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Aksesk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ke pasar global</a:t>
            </a:r>
            <a:b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</a:br>
            <a:b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</a:b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6.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Pemasaran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lebih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tepat</a:t>
            </a:r>
            <a:r>
              <a:rPr lang="en-US" sz="140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Times New Roman" panose="02020603050405020304" pitchFamily="18" charset="0"/>
              </a:rPr>
              <a:t>sasaran</a:t>
            </a:r>
            <a:br>
              <a:rPr lang="en-ID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br>
              <a:rPr lang="en-US" sz="1600" dirty="0"/>
            </a:br>
            <a:endParaRPr lang="en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14"/>
          <p:cNvSpPr txBox="1">
            <a:spLocks noGrp="1"/>
          </p:cNvSpPr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Sekian</a:t>
            </a:r>
            <a:r>
              <a:rPr lang="en-US" dirty="0"/>
              <a:t> </a:t>
            </a:r>
            <a:r>
              <a:rPr lang="en-US" dirty="0" err="1"/>
              <a:t>Terimakasih</a:t>
            </a:r>
            <a:endParaRPr dirty="0"/>
          </a:p>
        </p:txBody>
      </p:sp>
      <p:pic>
        <p:nvPicPr>
          <p:cNvPr id="1788" name="Google Shape;1788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314890" y="3390799"/>
            <a:ext cx="800719" cy="12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0980" y="3550729"/>
            <a:ext cx="838023" cy="838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9134" y="3550723"/>
            <a:ext cx="934907" cy="91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2501" y="3104398"/>
            <a:ext cx="1525949" cy="31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80288" y="3555236"/>
            <a:ext cx="1046098" cy="90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98685" y="3386775"/>
            <a:ext cx="800725" cy="116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1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97529" y="1248050"/>
            <a:ext cx="1300919" cy="17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89400" y="1248050"/>
            <a:ext cx="1300919" cy="17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43465" y="1248050"/>
            <a:ext cx="1300919" cy="17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5400000">
            <a:off x="7353608" y="2625336"/>
            <a:ext cx="588775" cy="127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32899" y="993928"/>
            <a:ext cx="1557080" cy="114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95650" y="1818235"/>
            <a:ext cx="1557080" cy="78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795650" y="2388421"/>
            <a:ext cx="1551415" cy="78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95650" y="1248050"/>
            <a:ext cx="1551409" cy="78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42037" y="2650232"/>
            <a:ext cx="1167650" cy="65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7" grpId="0"/>
    </p:bld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210</Words>
  <Application>Microsoft Office PowerPoint</Application>
  <PresentationFormat>On-screen Show (16:9)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Calibri</vt:lpstr>
      <vt:lpstr>Coming Soon</vt:lpstr>
      <vt:lpstr>Anonymous Pro</vt:lpstr>
      <vt:lpstr>Concert One</vt:lpstr>
      <vt:lpstr>Arial</vt:lpstr>
      <vt:lpstr>Roboto Medium</vt:lpstr>
      <vt:lpstr>Roboto Mono Medium</vt:lpstr>
      <vt:lpstr>Muli</vt:lpstr>
      <vt:lpstr>Notebook Lesson by Slidesgo</vt:lpstr>
      <vt:lpstr>Pengemabangan Software E-Commerce</vt:lpstr>
      <vt:lpstr>Apa itu E-Commerce</vt:lpstr>
      <vt:lpstr>1.Mempermudah dalam jual beli   2.Membuat Operasional perusahaan menjadi efisien  3.Biaya yang diperlukan untuk memulai toko online lebih murah dari pada toko fisik  4.Platform e-commerce memberi pelanggannya katalog produk yang    mencakup informasi yang merinci semua produk.   5. Aksesk ke pasar global  6. Pemasaran lebih tepat sasaran  </vt:lpstr>
      <vt:lpstr>Sekian 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Pengemabangan Software E-Commerch</dc:title>
  <dc:creator>Dell</dc:creator>
  <cp:lastModifiedBy>Noufal Aji Prasetyo</cp:lastModifiedBy>
  <cp:revision>6</cp:revision>
  <dcterms:modified xsi:type="dcterms:W3CDTF">2023-09-18T14:34:09Z</dcterms:modified>
</cp:coreProperties>
</file>